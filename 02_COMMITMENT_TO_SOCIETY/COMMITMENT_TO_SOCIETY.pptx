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</p:sldIdLst>
  <p:sldSz cx="12188952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286000"/>
            <a:ext cx="10972800" cy="1828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4000" b="1">
                <a:solidFill>
                  <a:srgbClr val="1A1A2E"/>
                </a:solidFill>
              </a:rPr>
              <a:t>Commitment To Society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4114800"/>
            <a:ext cx="109728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t>Anticloud FZ LLE | PAX L5 Narrow L2 General 27B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Company: Anticloud FZ LLE</a:t>
            </a:r>
          </a:p>
          <a:p>
            <a:r>
              <a:rPr sz="1400"/>
              <a:t>Model: PAX L5 Narrow L2 General 27B</a:t>
            </a:r>
          </a:p>
          <a:p>
            <a:r>
              <a:rPr sz="1400"/>
              <a:t>Project: SONIC | Category: SEARCH_ENGINES</a:t>
            </a:r>
          </a:p>
          <a:p>
            <a:r>
              <a:rPr sz="1400"/>
              <a:t>Upstream: https://github.com/valeriansaliou/sonic (MIT)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/>
              <a:t>Overview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This document covers commitment to society for the Anticloud integration of SONIC.</a:t>
            </a:r>
          </a:p>
          <a:p>
            <a:r>
              <a:rPr sz="1400"/>
              <a:t>Schemaless search backend in Rust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/>
              <a:t>Anticloud Integration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PAX L5 Narrow L2 General 27B is integrated into SONIC to provide:</a:t>
            </a:r>
          </a:p>
          <a:p>
            <a:r>
              <a:rPr sz="1400"/>
              <a:t>- Local AI inference with zero cloud dependency</a:t>
            </a:r>
          </a:p>
          <a:p>
            <a:r>
              <a:rPr sz="1400"/>
              <a:t>- AIOSS tamper-evident audit chain</a:t>
            </a:r>
          </a:p>
          <a:p>
            <a:r>
              <a:rPr sz="1400"/>
              <a:t>- AES-256 encryption at rest</a:t>
            </a:r>
          </a:p>
          <a:p>
            <a:r>
              <a:rPr sz="1400"/>
              <a:t>- Single-binary deployment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/>
              <a:t>Contact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Lois-Kleinner Alpasan — CEO &amp; CTO, Anticloud FZ LLE</a:t>
            </a:r>
          </a:p>
          <a:p>
            <a:r>
              <a:rPr sz="1400"/>
              <a:t>lois@0-1.gg | 0-1.gg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